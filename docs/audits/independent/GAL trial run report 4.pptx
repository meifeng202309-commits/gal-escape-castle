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F4049-E12A-3CF2-B5AC-68C9F8353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E6495D-B172-DD14-C3C8-6F601C196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89C77F-7924-8530-2A9D-7FCDF004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9C92-D5DC-4569-AC45-18FD2DA007F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4EE953-3DE4-C787-8BA9-80E939A4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8527F8-86A7-05B4-7C23-D5AE89BF3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6F63-10FC-41C9-AE7B-DA5941ADB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82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34335-6FF3-4400-9FBE-019C3BA6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2C4B53-AF8E-5A59-F543-10B688FDB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B8A542-4D7C-A0AF-E2D7-8799F809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9C92-D5DC-4569-AC45-18FD2DA007F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DF2152-0803-56E8-5BEA-EECB399B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228868-3F31-051E-1719-38B4904C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6F63-10FC-41C9-AE7B-DA5941ADB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281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ACBAB-F6F7-AD5A-F441-90699C363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083D7C-4041-58E3-18A0-0B06A10EA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CFC101-5BD5-E23A-2F96-C7CA9659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9C92-D5DC-4569-AC45-18FD2DA007F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3A882-C803-7773-19B6-CAD79A6FC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4757B-95FA-0945-8E27-43189681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6F63-10FC-41C9-AE7B-DA5941ADB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673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9DD3B-1E63-25D0-0CA1-42C633055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49B6AD-8501-C178-C817-2ABDC6541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0E5480-BC22-0589-904E-9E9A3C299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599224-4C11-6333-F65F-2F19DDAB6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9C92-D5DC-4569-AC45-18FD2DA007F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EA7E2F-8BD7-7971-0ACE-A33EDE29D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8C2636-C354-59E1-D78F-6F02F75F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6F63-10FC-41C9-AE7B-DA5941ADB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100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0A62E-03C4-BAFD-CFCF-5563EF01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E4B9D8-7055-6081-7C23-EBCDE52DF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6A0C0B-0B28-0247-71BB-C6BA175DE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191498-B022-0FAE-214A-9410512B5E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E07988-67EE-0407-FB1C-D279F4FBC0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0D8B108-8035-D0ED-4A75-E071AC4D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9C92-D5DC-4569-AC45-18FD2DA007F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5DDC19-2ED8-2AEC-B6B5-3D19ACB57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195EA9-1BDF-C1D0-3CD7-801815F4D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6F63-10FC-41C9-AE7B-DA5941ADB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870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59F8B2-54CA-61B2-82A3-6BB866AD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E4411D-4199-E2B9-CD14-38F5DC538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9C92-D5DC-4569-AC45-18FD2DA007F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5517AB-DC56-DCB0-7C9A-400292A6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3B81B2-6C34-8906-7A9E-18D6D9966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6F63-10FC-41C9-AE7B-DA5941ADB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377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0A3A5F-FBDB-38D9-F6C9-E5A5007B6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9C92-D5DC-4569-AC45-18FD2DA007F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2C2088-0B55-75C4-C461-038E6B202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EEF56-38F8-C872-75E1-B03DD60B0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6F63-10FC-41C9-AE7B-DA5941ADB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333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4ACC3-A0D2-FE90-E251-AFBBCC5C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501684-E0A2-2240-CE8E-541DA1734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6360FF-28A8-14BA-1366-AE682460B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176AE9-E385-4F1C-C650-A00F96845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9C92-D5DC-4569-AC45-18FD2DA007F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50B1FB-AA9C-8C67-CD45-4E82E955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258628-A433-2167-0975-48BE0D74E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6F63-10FC-41C9-AE7B-DA5941ADB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31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4EA5F2-B2DF-38E0-C7CA-F9F201519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6D9A08-DEAF-B7DA-0872-047C460F7B6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1D104F-3A2E-337C-5FD8-97EB84D54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D46A73-7489-E472-4171-95B373538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9C92-D5DC-4569-AC45-18FD2DA007F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C5A462-6CF5-A6CC-D0B6-1D09A733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B8B1B5-FB7C-8368-D2F8-25ED0954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6F63-10FC-41C9-AE7B-DA5941ADB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30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7F119-964E-E34A-5182-0BE1F2695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9CFE64-09C5-CB8C-AD8C-BACB7C398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667D19-6508-9A16-8B04-3D659E6B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9C92-D5DC-4569-AC45-18FD2DA007F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0783BC-F16E-D158-3155-2E36834A7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5CB379-C950-AF11-8E23-54CB6D0E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6F63-10FC-41C9-AE7B-DA5941ADB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41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AE2AA7-64D4-5FB7-8D52-7D7B9E2CA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03817E-5267-52DE-D424-CEFA03D7A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FC4FB3-EEAC-61F8-D86B-C82C94F9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9C92-D5DC-4569-AC45-18FD2DA007F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1BD600-BEFF-D5F1-6463-3938FAADE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D040A9-582A-17D9-E70E-0F25A49A2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6F63-10FC-41C9-AE7B-DA5941ADB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173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14B643-A19A-4364-8821-EBB44169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D3D1C2-BFF4-5049-9F60-03DAC65C0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C319E6-6B71-2103-5136-9557D36434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9E9C92-D5DC-4569-AC45-18FD2DA007F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0F080-2F3E-FE4C-A915-81D3151DD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D2E34B-5B0E-6EAC-0B87-BED14F3B3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26F63-10FC-41C9-AE7B-DA5941ADB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60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9229577-B7ED-9BB6-B204-94E04C00D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35" y="-129310"/>
            <a:ext cx="7945885" cy="698730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148E7FD-9241-27F7-4934-E1B99B9A90F9}"/>
              </a:ext>
            </a:extLst>
          </p:cNvPr>
          <p:cNvSpPr txBox="1"/>
          <p:nvPr/>
        </p:nvSpPr>
        <p:spPr>
          <a:xfrm>
            <a:off x="692727" y="4572000"/>
            <a:ext cx="2807856" cy="5847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图片不是应该放到</a:t>
            </a:r>
            <a:r>
              <a:rPr lang="en-US" altLang="zh-CN" sz="1600" dirty="0">
                <a:solidFill>
                  <a:schemeClr val="bg1"/>
                </a:solidFill>
              </a:rPr>
              <a:t>SCENE</a:t>
            </a:r>
            <a:r>
              <a:rPr lang="zh-CN" altLang="en-US" sz="1600" dirty="0">
                <a:solidFill>
                  <a:schemeClr val="bg1"/>
                </a:solidFill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</a:rPr>
              <a:t>top)</a:t>
            </a:r>
            <a:r>
              <a:rPr lang="zh-CN" altLang="en-US" sz="1600" dirty="0">
                <a:solidFill>
                  <a:schemeClr val="bg1"/>
                </a:solidFill>
              </a:rPr>
              <a:t>的位置吗？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AA8E6FC-F263-8FAB-A64F-76D4121475B4}"/>
              </a:ext>
            </a:extLst>
          </p:cNvPr>
          <p:cNvSpPr/>
          <p:nvPr/>
        </p:nvSpPr>
        <p:spPr>
          <a:xfrm>
            <a:off x="434109" y="0"/>
            <a:ext cx="3713018" cy="1701225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BCA8C0-47C3-CCB6-6C37-B985790A8BC7}"/>
              </a:ext>
            </a:extLst>
          </p:cNvPr>
          <p:cNvSpPr txBox="1"/>
          <p:nvPr/>
        </p:nvSpPr>
        <p:spPr>
          <a:xfrm>
            <a:off x="2632364" y="1025236"/>
            <a:ext cx="2641600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/>
              <a:t>这里的设计似乎和</a:t>
            </a:r>
            <a:r>
              <a:rPr lang="en-US" altLang="zh-CN" sz="1400" dirty="0"/>
              <a:t>prototype</a:t>
            </a:r>
            <a:r>
              <a:rPr lang="zh-CN" altLang="en-US" sz="1400" dirty="0"/>
              <a:t>不一致。请对照检查</a:t>
            </a:r>
          </a:p>
        </p:txBody>
      </p:sp>
    </p:spTree>
    <p:extLst>
      <p:ext uri="{BB962C8B-B14F-4D97-AF65-F5344CB8AC3E}">
        <p14:creationId xmlns:p14="http://schemas.microsoft.com/office/powerpoint/2010/main" val="364444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DBFEE6A-2C02-DE84-CC12-AE8F9F2AF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64" y="300905"/>
            <a:ext cx="5354255" cy="578124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B236D59-1AE5-5B9C-7E2A-75DE4D41D7DF}"/>
              </a:ext>
            </a:extLst>
          </p:cNvPr>
          <p:cNvSpPr txBox="1"/>
          <p:nvPr/>
        </p:nvSpPr>
        <p:spPr>
          <a:xfrm>
            <a:off x="1662545" y="2729860"/>
            <a:ext cx="3398982" cy="46166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Gitte</a:t>
            </a:r>
            <a:r>
              <a:rPr lang="zh-CN" altLang="en-US" sz="1200" dirty="0">
                <a:solidFill>
                  <a:schemeClr val="bg1"/>
                </a:solidFill>
              </a:rPr>
              <a:t>的房间：当选择“研究地图”时，</a:t>
            </a:r>
            <a:r>
              <a:rPr lang="en-US" altLang="zh-CN" sz="1200" dirty="0">
                <a:solidFill>
                  <a:schemeClr val="bg1"/>
                </a:solidFill>
              </a:rPr>
              <a:t>SCENE</a:t>
            </a:r>
            <a:r>
              <a:rPr lang="zh-CN" altLang="en-US" sz="1200" dirty="0">
                <a:solidFill>
                  <a:schemeClr val="bg1"/>
                </a:solidFill>
              </a:rPr>
              <a:t>应该改为显示地图的图片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60780B2-4326-D30C-6562-23925B6FE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473" y="473725"/>
            <a:ext cx="5660618" cy="5435600"/>
          </a:xfrm>
          <a:prstGeom prst="rect">
            <a:avLst/>
          </a:prstGeom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2A5CA531-8BC3-6E20-09F2-B6D2B10D658F}"/>
              </a:ext>
            </a:extLst>
          </p:cNvPr>
          <p:cNvSpPr/>
          <p:nvPr/>
        </p:nvSpPr>
        <p:spPr>
          <a:xfrm>
            <a:off x="378691" y="1302327"/>
            <a:ext cx="5153891" cy="1459346"/>
          </a:xfrm>
          <a:custGeom>
            <a:avLst/>
            <a:gdLst>
              <a:gd name="csX0" fmla="*/ 1796619 w 5657419"/>
              <a:gd name="csY0" fmla="*/ 83128 h 1459346"/>
              <a:gd name="csX1" fmla="*/ 845273 w 5657419"/>
              <a:gd name="csY1" fmla="*/ 0 h 1459346"/>
              <a:gd name="csX2" fmla="*/ 752910 w 5657419"/>
              <a:gd name="csY2" fmla="*/ 27709 h 1459346"/>
              <a:gd name="csX3" fmla="*/ 522001 w 5657419"/>
              <a:gd name="csY3" fmla="*/ 83128 h 1459346"/>
              <a:gd name="csX4" fmla="*/ 383455 w 5657419"/>
              <a:gd name="csY4" fmla="*/ 129309 h 1459346"/>
              <a:gd name="csX5" fmla="*/ 281855 w 5657419"/>
              <a:gd name="csY5" fmla="*/ 221673 h 1459346"/>
              <a:gd name="csX6" fmla="*/ 32473 w 5657419"/>
              <a:gd name="csY6" fmla="*/ 554182 h 1459346"/>
              <a:gd name="csX7" fmla="*/ 41710 w 5657419"/>
              <a:gd name="csY7" fmla="*/ 923637 h 1459346"/>
              <a:gd name="csX8" fmla="*/ 124837 w 5657419"/>
              <a:gd name="csY8" fmla="*/ 1043709 h 1459346"/>
              <a:gd name="csX9" fmla="*/ 383455 w 5657419"/>
              <a:gd name="csY9" fmla="*/ 1256146 h 1459346"/>
              <a:gd name="csX10" fmla="*/ 485055 w 5657419"/>
              <a:gd name="csY10" fmla="*/ 1320800 h 1459346"/>
              <a:gd name="csX11" fmla="*/ 715964 w 5657419"/>
              <a:gd name="csY11" fmla="*/ 1394691 h 1459346"/>
              <a:gd name="csX12" fmla="*/ 974582 w 5657419"/>
              <a:gd name="csY12" fmla="*/ 1459346 h 1459346"/>
              <a:gd name="csX13" fmla="*/ 2655601 w 5657419"/>
              <a:gd name="csY13" fmla="*/ 1422400 h 1459346"/>
              <a:gd name="csX14" fmla="*/ 2766437 w 5657419"/>
              <a:gd name="csY14" fmla="*/ 1376218 h 1459346"/>
              <a:gd name="csX15" fmla="*/ 2886510 w 5657419"/>
              <a:gd name="csY15" fmla="*/ 1348509 h 1459346"/>
              <a:gd name="csX16" fmla="*/ 3708546 w 5657419"/>
              <a:gd name="csY16" fmla="*/ 1283855 h 1459346"/>
              <a:gd name="csX17" fmla="*/ 4438219 w 5657419"/>
              <a:gd name="csY17" fmla="*/ 1256146 h 1459346"/>
              <a:gd name="csX18" fmla="*/ 4549055 w 5657419"/>
              <a:gd name="csY18" fmla="*/ 1237673 h 1459346"/>
              <a:gd name="csX19" fmla="*/ 4927746 w 5657419"/>
              <a:gd name="csY19" fmla="*/ 1209964 h 1459346"/>
              <a:gd name="csX20" fmla="*/ 5057055 w 5657419"/>
              <a:gd name="csY20" fmla="*/ 1173018 h 1459346"/>
              <a:gd name="csX21" fmla="*/ 5398801 w 5657419"/>
              <a:gd name="csY21" fmla="*/ 951346 h 1459346"/>
              <a:gd name="csX22" fmla="*/ 5481928 w 5657419"/>
              <a:gd name="csY22" fmla="*/ 840509 h 1459346"/>
              <a:gd name="csX23" fmla="*/ 5574292 w 5657419"/>
              <a:gd name="csY23" fmla="*/ 637309 h 1459346"/>
              <a:gd name="csX24" fmla="*/ 5657419 w 5657419"/>
              <a:gd name="csY24" fmla="*/ 480291 h 1459346"/>
              <a:gd name="csX25" fmla="*/ 5592764 w 5657419"/>
              <a:gd name="csY25" fmla="*/ 258618 h 1459346"/>
              <a:gd name="csX26" fmla="*/ 5417273 w 5657419"/>
              <a:gd name="csY26" fmla="*/ 129309 h 1459346"/>
              <a:gd name="csX27" fmla="*/ 4872328 w 5657419"/>
              <a:gd name="csY27" fmla="*/ 73891 h 1459346"/>
              <a:gd name="csX28" fmla="*/ 3727019 w 5657419"/>
              <a:gd name="csY28" fmla="*/ 18473 h 1459346"/>
              <a:gd name="csX29" fmla="*/ 3606946 w 5657419"/>
              <a:gd name="csY29" fmla="*/ 0 h 1459346"/>
              <a:gd name="csX30" fmla="*/ 2286146 w 5657419"/>
              <a:gd name="csY30" fmla="*/ 9237 h 1459346"/>
              <a:gd name="csX31" fmla="*/ 1787382 w 5657419"/>
              <a:gd name="csY31" fmla="*/ 36946 h 1459346"/>
              <a:gd name="csX32" fmla="*/ 1454873 w 5657419"/>
              <a:gd name="csY32" fmla="*/ 92364 h 1459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657419" h="1459346">
                <a:moveTo>
                  <a:pt x="1796619" y="83128"/>
                </a:moveTo>
                <a:cubicBezTo>
                  <a:pt x="1484408" y="20682"/>
                  <a:pt x="1162809" y="13232"/>
                  <a:pt x="845273" y="0"/>
                </a:cubicBezTo>
                <a:cubicBezTo>
                  <a:pt x="814485" y="9236"/>
                  <a:pt x="784041" y="19704"/>
                  <a:pt x="752910" y="27709"/>
                </a:cubicBezTo>
                <a:cubicBezTo>
                  <a:pt x="676249" y="47422"/>
                  <a:pt x="598323" y="62139"/>
                  <a:pt x="522001" y="83128"/>
                </a:cubicBezTo>
                <a:cubicBezTo>
                  <a:pt x="475063" y="96036"/>
                  <a:pt x="429637" y="113915"/>
                  <a:pt x="383455" y="129309"/>
                </a:cubicBezTo>
                <a:cubicBezTo>
                  <a:pt x="349588" y="160097"/>
                  <a:pt x="312951" y="188089"/>
                  <a:pt x="281855" y="221673"/>
                </a:cubicBezTo>
                <a:cubicBezTo>
                  <a:pt x="168858" y="343710"/>
                  <a:pt x="126679" y="416496"/>
                  <a:pt x="32473" y="554182"/>
                </a:cubicBezTo>
                <a:cubicBezTo>
                  <a:pt x="-7640" y="694582"/>
                  <a:pt x="-17090" y="698236"/>
                  <a:pt x="41710" y="923637"/>
                </a:cubicBezTo>
                <a:cubicBezTo>
                  <a:pt x="53998" y="970740"/>
                  <a:pt x="93834" y="1006179"/>
                  <a:pt x="124837" y="1043709"/>
                </a:cubicBezTo>
                <a:cubicBezTo>
                  <a:pt x="194750" y="1128341"/>
                  <a:pt x="293043" y="1198612"/>
                  <a:pt x="383455" y="1256146"/>
                </a:cubicBezTo>
                <a:cubicBezTo>
                  <a:pt x="417322" y="1277697"/>
                  <a:pt x="448000" y="1305361"/>
                  <a:pt x="485055" y="1320800"/>
                </a:cubicBezTo>
                <a:cubicBezTo>
                  <a:pt x="559653" y="1351882"/>
                  <a:pt x="638513" y="1371620"/>
                  <a:pt x="715964" y="1394691"/>
                </a:cubicBezTo>
                <a:cubicBezTo>
                  <a:pt x="894821" y="1447968"/>
                  <a:pt x="861225" y="1440452"/>
                  <a:pt x="974582" y="1459346"/>
                </a:cubicBezTo>
                <a:cubicBezTo>
                  <a:pt x="1534922" y="1447031"/>
                  <a:pt x="2095728" y="1448374"/>
                  <a:pt x="2655601" y="1422400"/>
                </a:cubicBezTo>
                <a:cubicBezTo>
                  <a:pt x="2695582" y="1420545"/>
                  <a:pt x="2728317" y="1388416"/>
                  <a:pt x="2766437" y="1376218"/>
                </a:cubicBezTo>
                <a:cubicBezTo>
                  <a:pt x="2805559" y="1363699"/>
                  <a:pt x="2845794" y="1353938"/>
                  <a:pt x="2886510" y="1348509"/>
                </a:cubicBezTo>
                <a:cubicBezTo>
                  <a:pt x="3272374" y="1297061"/>
                  <a:pt x="3332702" y="1301753"/>
                  <a:pt x="3708546" y="1283855"/>
                </a:cubicBezTo>
                <a:cubicBezTo>
                  <a:pt x="4164620" y="1238247"/>
                  <a:pt x="3565495" y="1293022"/>
                  <a:pt x="4438219" y="1256146"/>
                </a:cubicBezTo>
                <a:cubicBezTo>
                  <a:pt x="4475641" y="1254565"/>
                  <a:pt x="4511829" y="1241809"/>
                  <a:pt x="4549055" y="1237673"/>
                </a:cubicBezTo>
                <a:cubicBezTo>
                  <a:pt x="4677464" y="1223405"/>
                  <a:pt x="4799602" y="1217502"/>
                  <a:pt x="4927746" y="1209964"/>
                </a:cubicBezTo>
                <a:cubicBezTo>
                  <a:pt x="4970849" y="1197649"/>
                  <a:pt x="5014877" y="1188202"/>
                  <a:pt x="5057055" y="1173018"/>
                </a:cubicBezTo>
                <a:cubicBezTo>
                  <a:pt x="5170690" y="1132110"/>
                  <a:pt x="5337094" y="1025396"/>
                  <a:pt x="5398801" y="951346"/>
                </a:cubicBezTo>
                <a:cubicBezTo>
                  <a:pt x="5425156" y="919719"/>
                  <a:pt x="5463072" y="878221"/>
                  <a:pt x="5481928" y="840509"/>
                </a:cubicBezTo>
                <a:cubicBezTo>
                  <a:pt x="5523200" y="757966"/>
                  <a:pt x="5531051" y="710818"/>
                  <a:pt x="5574292" y="637309"/>
                </a:cubicBezTo>
                <a:cubicBezTo>
                  <a:pt x="5658785" y="493671"/>
                  <a:pt x="5606576" y="615872"/>
                  <a:pt x="5657419" y="480291"/>
                </a:cubicBezTo>
                <a:cubicBezTo>
                  <a:pt x="5635867" y="406400"/>
                  <a:pt x="5636228" y="322142"/>
                  <a:pt x="5592764" y="258618"/>
                </a:cubicBezTo>
                <a:cubicBezTo>
                  <a:pt x="5551733" y="198650"/>
                  <a:pt x="5480244" y="165565"/>
                  <a:pt x="5417273" y="129309"/>
                </a:cubicBezTo>
                <a:cubicBezTo>
                  <a:pt x="5260072" y="38800"/>
                  <a:pt x="5023028" y="77240"/>
                  <a:pt x="4872328" y="73891"/>
                </a:cubicBezTo>
                <a:lnTo>
                  <a:pt x="3727019" y="18473"/>
                </a:lnTo>
                <a:cubicBezTo>
                  <a:pt x="3686593" y="16112"/>
                  <a:pt x="3647440" y="260"/>
                  <a:pt x="3606946" y="0"/>
                </a:cubicBezTo>
                <a:lnTo>
                  <a:pt x="2286146" y="9237"/>
                </a:lnTo>
                <a:cubicBezTo>
                  <a:pt x="2158863" y="14540"/>
                  <a:pt x="1904351" y="23300"/>
                  <a:pt x="1787382" y="36946"/>
                </a:cubicBezTo>
                <a:cubicBezTo>
                  <a:pt x="1675774" y="49967"/>
                  <a:pt x="1565709" y="73892"/>
                  <a:pt x="1454873" y="92364"/>
                </a:cubicBezTo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CF7938-A57A-6F36-6A52-B432E97783AB}"/>
              </a:ext>
            </a:extLst>
          </p:cNvPr>
          <p:cNvSpPr txBox="1"/>
          <p:nvPr/>
        </p:nvSpPr>
        <p:spPr>
          <a:xfrm>
            <a:off x="1911927" y="1998317"/>
            <a:ext cx="3620655" cy="2616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</a:rPr>
              <a:t>文字应该放到</a:t>
            </a:r>
            <a:r>
              <a:rPr lang="en-US" altLang="zh-CN" sz="1100" dirty="0">
                <a:solidFill>
                  <a:schemeClr val="bg1"/>
                </a:solidFill>
              </a:rPr>
              <a:t>Runtime, </a:t>
            </a:r>
            <a:r>
              <a:rPr lang="en-US" altLang="zh-CN" sz="1100" dirty="0" err="1">
                <a:solidFill>
                  <a:schemeClr val="bg1"/>
                </a:solidFill>
              </a:rPr>
              <a:t>Doorgaan</a:t>
            </a:r>
            <a:r>
              <a:rPr lang="en-US" altLang="zh-CN" sz="1100" dirty="0">
                <a:solidFill>
                  <a:schemeClr val="bg1"/>
                </a:solidFill>
              </a:rPr>
              <a:t>/</a:t>
            </a:r>
            <a:r>
              <a:rPr lang="zh-CN" altLang="en-US" sz="1100" dirty="0">
                <a:solidFill>
                  <a:schemeClr val="bg1"/>
                </a:solidFill>
              </a:rPr>
              <a:t>继续按钮留在</a:t>
            </a:r>
            <a:r>
              <a:rPr lang="en-US" altLang="zh-CN" sz="1100" dirty="0">
                <a:solidFill>
                  <a:schemeClr val="bg1"/>
                </a:solidFill>
              </a:rPr>
              <a:t>ACTION</a:t>
            </a:r>
            <a:endParaRPr lang="zh-CN" altLang="en-US" sz="1100" dirty="0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D626D9-93E5-C98F-9BDC-BCA9B00B3390}"/>
              </a:ext>
            </a:extLst>
          </p:cNvPr>
          <p:cNvSpPr txBox="1"/>
          <p:nvPr/>
        </p:nvSpPr>
        <p:spPr>
          <a:xfrm>
            <a:off x="7952508" y="2484674"/>
            <a:ext cx="3398982" cy="2769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Same issue with all 3 players’ page 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428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EA06BB-3D4F-0322-E92C-AC7F46C30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66" y="202724"/>
            <a:ext cx="4330370" cy="578546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340F93B-8553-F873-5B96-005997F301A6}"/>
              </a:ext>
            </a:extLst>
          </p:cNvPr>
          <p:cNvSpPr txBox="1"/>
          <p:nvPr/>
        </p:nvSpPr>
        <p:spPr>
          <a:xfrm>
            <a:off x="2780145" y="4396601"/>
            <a:ext cx="1948873" cy="2769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应该出现字条的图片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0211005-CA77-43A8-48C1-F15D4D0B0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510" y="1974533"/>
            <a:ext cx="3934374" cy="453453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B802E59-8315-4CFA-D44A-89790E766690}"/>
              </a:ext>
            </a:extLst>
          </p:cNvPr>
          <p:cNvSpPr txBox="1"/>
          <p:nvPr/>
        </p:nvSpPr>
        <p:spPr>
          <a:xfrm>
            <a:off x="5033818" y="3943849"/>
            <a:ext cx="258931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Anna</a:t>
            </a:r>
            <a:r>
              <a:rPr lang="zh-CN" altLang="en-US" sz="1200" dirty="0">
                <a:solidFill>
                  <a:schemeClr val="bg1"/>
                </a:solidFill>
              </a:rPr>
              <a:t>的仆人日记图片要花</a:t>
            </a:r>
            <a:r>
              <a:rPr lang="en-US" altLang="zh-CN" sz="1200" dirty="0">
                <a:solidFill>
                  <a:schemeClr val="bg1"/>
                </a:solidFill>
              </a:rPr>
              <a:t>unreasonably long time to get fully loaded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18D01BD-F4C1-9EB1-D6C3-E6964803F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144" y="0"/>
            <a:ext cx="3931856" cy="37592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9C33804-0DBE-5B2A-E2FD-5FEB06F3D407}"/>
              </a:ext>
            </a:extLst>
          </p:cNvPr>
          <p:cNvSpPr txBox="1"/>
          <p:nvPr/>
        </p:nvSpPr>
        <p:spPr>
          <a:xfrm>
            <a:off x="9361054" y="3429000"/>
            <a:ext cx="2589315" cy="46166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Linda</a:t>
            </a:r>
            <a:r>
              <a:rPr lang="zh-CN" altLang="en-US" sz="1200" dirty="0">
                <a:solidFill>
                  <a:schemeClr val="bg1"/>
                </a:solidFill>
              </a:rPr>
              <a:t>的</a:t>
            </a:r>
            <a:r>
              <a:rPr lang="en-US" altLang="zh-CN" sz="1200" dirty="0">
                <a:solidFill>
                  <a:schemeClr val="bg1"/>
                </a:solidFill>
              </a:rPr>
              <a:t>pocket</a:t>
            </a:r>
            <a:r>
              <a:rPr lang="zh-CN" altLang="en-US" sz="1200" dirty="0">
                <a:solidFill>
                  <a:schemeClr val="bg1"/>
                </a:solidFill>
              </a:rPr>
              <a:t>只能显示怀表，其他都不能显示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6FC796-7B89-1907-771E-E34CBD8DE546}"/>
              </a:ext>
            </a:extLst>
          </p:cNvPr>
          <p:cNvSpPr txBox="1"/>
          <p:nvPr/>
        </p:nvSpPr>
        <p:spPr>
          <a:xfrm>
            <a:off x="9011880" y="4510863"/>
            <a:ext cx="2589315" cy="147732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In general</a:t>
            </a: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似乎每个</a:t>
            </a:r>
            <a:r>
              <a:rPr lang="en-US" altLang="zh-CN" dirty="0">
                <a:solidFill>
                  <a:schemeClr val="bg1"/>
                </a:solidFill>
              </a:rPr>
              <a:t>player</a:t>
            </a:r>
            <a:r>
              <a:rPr lang="zh-CN" altLang="en-US" dirty="0">
                <a:solidFill>
                  <a:schemeClr val="bg1"/>
                </a:solidFill>
              </a:rPr>
              <a:t>的</a:t>
            </a:r>
            <a:r>
              <a:rPr lang="en-US" altLang="zh-CN" dirty="0">
                <a:solidFill>
                  <a:schemeClr val="bg1"/>
                </a:solidFill>
              </a:rPr>
              <a:t>pocket</a:t>
            </a:r>
            <a:r>
              <a:rPr lang="zh-CN" altLang="en-US" dirty="0">
                <a:solidFill>
                  <a:schemeClr val="bg1"/>
                </a:solidFill>
              </a:rPr>
              <a:t>都只能显示第一个物品</a:t>
            </a:r>
          </a:p>
        </p:txBody>
      </p:sp>
    </p:spTree>
    <p:extLst>
      <p:ext uri="{BB962C8B-B14F-4D97-AF65-F5344CB8AC3E}">
        <p14:creationId xmlns:p14="http://schemas.microsoft.com/office/powerpoint/2010/main" val="2050258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4684CE-FE68-37CD-51EB-B12754EAB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536" y="666948"/>
            <a:ext cx="3477110" cy="336279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683FD61-E034-8462-DB04-A7FAAB40D04C}"/>
              </a:ext>
            </a:extLst>
          </p:cNvPr>
          <p:cNvSpPr txBox="1"/>
          <p:nvPr/>
        </p:nvSpPr>
        <p:spPr>
          <a:xfrm>
            <a:off x="2115127" y="3706576"/>
            <a:ext cx="2589315" cy="101566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我故意让第一轮投票</a:t>
            </a:r>
            <a:r>
              <a:rPr lang="en-US" altLang="zh-CN" sz="1200" dirty="0">
                <a:solidFill>
                  <a:schemeClr val="bg1"/>
                </a:solidFill>
              </a:rPr>
              <a:t>tied</a:t>
            </a:r>
            <a:r>
              <a:rPr lang="zh-CN" altLang="en-US" sz="1200" dirty="0">
                <a:solidFill>
                  <a:schemeClr val="bg1"/>
                </a:solidFill>
              </a:rPr>
              <a:t>， 出现第二轮投票，此时应该在“讨论结束后开放投票”的前面加一句“ 第一轮投票没有形成共识，请再进行讨论，然后做第二轮投票”</a:t>
            </a:r>
          </a:p>
        </p:txBody>
      </p:sp>
    </p:spTree>
    <p:extLst>
      <p:ext uri="{BB962C8B-B14F-4D97-AF65-F5344CB8AC3E}">
        <p14:creationId xmlns:p14="http://schemas.microsoft.com/office/powerpoint/2010/main" val="84019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3E13A20-80DB-E288-B6F4-883DC5971EA8}"/>
              </a:ext>
            </a:extLst>
          </p:cNvPr>
          <p:cNvSpPr/>
          <p:nvPr/>
        </p:nvSpPr>
        <p:spPr>
          <a:xfrm>
            <a:off x="7481454" y="905164"/>
            <a:ext cx="397164" cy="258618"/>
          </a:xfrm>
          <a:custGeom>
            <a:avLst/>
            <a:gdLst>
              <a:gd name="csX0" fmla="*/ 1796619 w 5657419"/>
              <a:gd name="csY0" fmla="*/ 83128 h 1459346"/>
              <a:gd name="csX1" fmla="*/ 845273 w 5657419"/>
              <a:gd name="csY1" fmla="*/ 0 h 1459346"/>
              <a:gd name="csX2" fmla="*/ 752910 w 5657419"/>
              <a:gd name="csY2" fmla="*/ 27709 h 1459346"/>
              <a:gd name="csX3" fmla="*/ 522001 w 5657419"/>
              <a:gd name="csY3" fmla="*/ 83128 h 1459346"/>
              <a:gd name="csX4" fmla="*/ 383455 w 5657419"/>
              <a:gd name="csY4" fmla="*/ 129309 h 1459346"/>
              <a:gd name="csX5" fmla="*/ 281855 w 5657419"/>
              <a:gd name="csY5" fmla="*/ 221673 h 1459346"/>
              <a:gd name="csX6" fmla="*/ 32473 w 5657419"/>
              <a:gd name="csY6" fmla="*/ 554182 h 1459346"/>
              <a:gd name="csX7" fmla="*/ 41710 w 5657419"/>
              <a:gd name="csY7" fmla="*/ 923637 h 1459346"/>
              <a:gd name="csX8" fmla="*/ 124837 w 5657419"/>
              <a:gd name="csY8" fmla="*/ 1043709 h 1459346"/>
              <a:gd name="csX9" fmla="*/ 383455 w 5657419"/>
              <a:gd name="csY9" fmla="*/ 1256146 h 1459346"/>
              <a:gd name="csX10" fmla="*/ 485055 w 5657419"/>
              <a:gd name="csY10" fmla="*/ 1320800 h 1459346"/>
              <a:gd name="csX11" fmla="*/ 715964 w 5657419"/>
              <a:gd name="csY11" fmla="*/ 1394691 h 1459346"/>
              <a:gd name="csX12" fmla="*/ 974582 w 5657419"/>
              <a:gd name="csY12" fmla="*/ 1459346 h 1459346"/>
              <a:gd name="csX13" fmla="*/ 2655601 w 5657419"/>
              <a:gd name="csY13" fmla="*/ 1422400 h 1459346"/>
              <a:gd name="csX14" fmla="*/ 2766437 w 5657419"/>
              <a:gd name="csY14" fmla="*/ 1376218 h 1459346"/>
              <a:gd name="csX15" fmla="*/ 2886510 w 5657419"/>
              <a:gd name="csY15" fmla="*/ 1348509 h 1459346"/>
              <a:gd name="csX16" fmla="*/ 3708546 w 5657419"/>
              <a:gd name="csY16" fmla="*/ 1283855 h 1459346"/>
              <a:gd name="csX17" fmla="*/ 4438219 w 5657419"/>
              <a:gd name="csY17" fmla="*/ 1256146 h 1459346"/>
              <a:gd name="csX18" fmla="*/ 4549055 w 5657419"/>
              <a:gd name="csY18" fmla="*/ 1237673 h 1459346"/>
              <a:gd name="csX19" fmla="*/ 4927746 w 5657419"/>
              <a:gd name="csY19" fmla="*/ 1209964 h 1459346"/>
              <a:gd name="csX20" fmla="*/ 5057055 w 5657419"/>
              <a:gd name="csY20" fmla="*/ 1173018 h 1459346"/>
              <a:gd name="csX21" fmla="*/ 5398801 w 5657419"/>
              <a:gd name="csY21" fmla="*/ 951346 h 1459346"/>
              <a:gd name="csX22" fmla="*/ 5481928 w 5657419"/>
              <a:gd name="csY22" fmla="*/ 840509 h 1459346"/>
              <a:gd name="csX23" fmla="*/ 5574292 w 5657419"/>
              <a:gd name="csY23" fmla="*/ 637309 h 1459346"/>
              <a:gd name="csX24" fmla="*/ 5657419 w 5657419"/>
              <a:gd name="csY24" fmla="*/ 480291 h 1459346"/>
              <a:gd name="csX25" fmla="*/ 5592764 w 5657419"/>
              <a:gd name="csY25" fmla="*/ 258618 h 1459346"/>
              <a:gd name="csX26" fmla="*/ 5417273 w 5657419"/>
              <a:gd name="csY26" fmla="*/ 129309 h 1459346"/>
              <a:gd name="csX27" fmla="*/ 4872328 w 5657419"/>
              <a:gd name="csY27" fmla="*/ 73891 h 1459346"/>
              <a:gd name="csX28" fmla="*/ 3727019 w 5657419"/>
              <a:gd name="csY28" fmla="*/ 18473 h 1459346"/>
              <a:gd name="csX29" fmla="*/ 3606946 w 5657419"/>
              <a:gd name="csY29" fmla="*/ 0 h 1459346"/>
              <a:gd name="csX30" fmla="*/ 2286146 w 5657419"/>
              <a:gd name="csY30" fmla="*/ 9237 h 1459346"/>
              <a:gd name="csX31" fmla="*/ 1787382 w 5657419"/>
              <a:gd name="csY31" fmla="*/ 36946 h 1459346"/>
              <a:gd name="csX32" fmla="*/ 1454873 w 5657419"/>
              <a:gd name="csY32" fmla="*/ 92364 h 1459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657419" h="1459346">
                <a:moveTo>
                  <a:pt x="1796619" y="83128"/>
                </a:moveTo>
                <a:cubicBezTo>
                  <a:pt x="1484408" y="20682"/>
                  <a:pt x="1162809" y="13232"/>
                  <a:pt x="845273" y="0"/>
                </a:cubicBezTo>
                <a:cubicBezTo>
                  <a:pt x="814485" y="9236"/>
                  <a:pt x="784041" y="19704"/>
                  <a:pt x="752910" y="27709"/>
                </a:cubicBezTo>
                <a:cubicBezTo>
                  <a:pt x="676249" y="47422"/>
                  <a:pt x="598323" y="62139"/>
                  <a:pt x="522001" y="83128"/>
                </a:cubicBezTo>
                <a:cubicBezTo>
                  <a:pt x="475063" y="96036"/>
                  <a:pt x="429637" y="113915"/>
                  <a:pt x="383455" y="129309"/>
                </a:cubicBezTo>
                <a:cubicBezTo>
                  <a:pt x="349588" y="160097"/>
                  <a:pt x="312951" y="188089"/>
                  <a:pt x="281855" y="221673"/>
                </a:cubicBezTo>
                <a:cubicBezTo>
                  <a:pt x="168858" y="343710"/>
                  <a:pt x="126679" y="416496"/>
                  <a:pt x="32473" y="554182"/>
                </a:cubicBezTo>
                <a:cubicBezTo>
                  <a:pt x="-7640" y="694582"/>
                  <a:pt x="-17090" y="698236"/>
                  <a:pt x="41710" y="923637"/>
                </a:cubicBezTo>
                <a:cubicBezTo>
                  <a:pt x="53998" y="970740"/>
                  <a:pt x="93834" y="1006179"/>
                  <a:pt x="124837" y="1043709"/>
                </a:cubicBezTo>
                <a:cubicBezTo>
                  <a:pt x="194750" y="1128341"/>
                  <a:pt x="293043" y="1198612"/>
                  <a:pt x="383455" y="1256146"/>
                </a:cubicBezTo>
                <a:cubicBezTo>
                  <a:pt x="417322" y="1277697"/>
                  <a:pt x="448000" y="1305361"/>
                  <a:pt x="485055" y="1320800"/>
                </a:cubicBezTo>
                <a:cubicBezTo>
                  <a:pt x="559653" y="1351882"/>
                  <a:pt x="638513" y="1371620"/>
                  <a:pt x="715964" y="1394691"/>
                </a:cubicBezTo>
                <a:cubicBezTo>
                  <a:pt x="894821" y="1447968"/>
                  <a:pt x="861225" y="1440452"/>
                  <a:pt x="974582" y="1459346"/>
                </a:cubicBezTo>
                <a:cubicBezTo>
                  <a:pt x="1534922" y="1447031"/>
                  <a:pt x="2095728" y="1448374"/>
                  <a:pt x="2655601" y="1422400"/>
                </a:cubicBezTo>
                <a:cubicBezTo>
                  <a:pt x="2695582" y="1420545"/>
                  <a:pt x="2728317" y="1388416"/>
                  <a:pt x="2766437" y="1376218"/>
                </a:cubicBezTo>
                <a:cubicBezTo>
                  <a:pt x="2805559" y="1363699"/>
                  <a:pt x="2845794" y="1353938"/>
                  <a:pt x="2886510" y="1348509"/>
                </a:cubicBezTo>
                <a:cubicBezTo>
                  <a:pt x="3272374" y="1297061"/>
                  <a:pt x="3332702" y="1301753"/>
                  <a:pt x="3708546" y="1283855"/>
                </a:cubicBezTo>
                <a:cubicBezTo>
                  <a:pt x="4164620" y="1238247"/>
                  <a:pt x="3565495" y="1293022"/>
                  <a:pt x="4438219" y="1256146"/>
                </a:cubicBezTo>
                <a:cubicBezTo>
                  <a:pt x="4475641" y="1254565"/>
                  <a:pt x="4511829" y="1241809"/>
                  <a:pt x="4549055" y="1237673"/>
                </a:cubicBezTo>
                <a:cubicBezTo>
                  <a:pt x="4677464" y="1223405"/>
                  <a:pt x="4799602" y="1217502"/>
                  <a:pt x="4927746" y="1209964"/>
                </a:cubicBezTo>
                <a:cubicBezTo>
                  <a:pt x="4970849" y="1197649"/>
                  <a:pt x="5014877" y="1188202"/>
                  <a:pt x="5057055" y="1173018"/>
                </a:cubicBezTo>
                <a:cubicBezTo>
                  <a:pt x="5170690" y="1132110"/>
                  <a:pt x="5337094" y="1025396"/>
                  <a:pt x="5398801" y="951346"/>
                </a:cubicBezTo>
                <a:cubicBezTo>
                  <a:pt x="5425156" y="919719"/>
                  <a:pt x="5463072" y="878221"/>
                  <a:pt x="5481928" y="840509"/>
                </a:cubicBezTo>
                <a:cubicBezTo>
                  <a:pt x="5523200" y="757966"/>
                  <a:pt x="5531051" y="710818"/>
                  <a:pt x="5574292" y="637309"/>
                </a:cubicBezTo>
                <a:cubicBezTo>
                  <a:pt x="5658785" y="493671"/>
                  <a:pt x="5606576" y="615872"/>
                  <a:pt x="5657419" y="480291"/>
                </a:cubicBezTo>
                <a:cubicBezTo>
                  <a:pt x="5635867" y="406400"/>
                  <a:pt x="5636228" y="322142"/>
                  <a:pt x="5592764" y="258618"/>
                </a:cubicBezTo>
                <a:cubicBezTo>
                  <a:pt x="5551733" y="198650"/>
                  <a:pt x="5480244" y="165565"/>
                  <a:pt x="5417273" y="129309"/>
                </a:cubicBezTo>
                <a:cubicBezTo>
                  <a:pt x="5260072" y="38800"/>
                  <a:pt x="5023028" y="77240"/>
                  <a:pt x="4872328" y="73891"/>
                </a:cubicBezTo>
                <a:lnTo>
                  <a:pt x="3727019" y="18473"/>
                </a:lnTo>
                <a:cubicBezTo>
                  <a:pt x="3686593" y="16112"/>
                  <a:pt x="3647440" y="260"/>
                  <a:pt x="3606946" y="0"/>
                </a:cubicBezTo>
                <a:lnTo>
                  <a:pt x="2286146" y="9237"/>
                </a:lnTo>
                <a:cubicBezTo>
                  <a:pt x="2158863" y="14540"/>
                  <a:pt x="1904351" y="23300"/>
                  <a:pt x="1787382" y="36946"/>
                </a:cubicBezTo>
                <a:cubicBezTo>
                  <a:pt x="1675774" y="49967"/>
                  <a:pt x="1565709" y="73892"/>
                  <a:pt x="1454873" y="92364"/>
                </a:cubicBezTo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FFFF00"/>
              </a:highlight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D5FCFCD-FE41-33C8-C93E-E166E7ED75E6}"/>
              </a:ext>
            </a:extLst>
          </p:cNvPr>
          <p:cNvGrpSpPr/>
          <p:nvPr/>
        </p:nvGrpSpPr>
        <p:grpSpPr>
          <a:xfrm>
            <a:off x="452796" y="0"/>
            <a:ext cx="11286408" cy="6858000"/>
            <a:chOff x="452796" y="0"/>
            <a:chExt cx="11286408" cy="685800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480779F-1690-53C1-E33C-DB0D5B05D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796" y="0"/>
              <a:ext cx="11286408" cy="6858000"/>
            </a:xfrm>
            <a:prstGeom prst="rect">
              <a:avLst/>
            </a:prstGeom>
          </p:spPr>
        </p:pic>
        <p:sp>
          <p:nvSpPr>
            <p:cNvPr id="6" name="对话气泡: 矩形 5">
              <a:extLst>
                <a:ext uri="{FF2B5EF4-FFF2-40B4-BE49-F238E27FC236}">
                  <a16:creationId xmlns:a16="http://schemas.microsoft.com/office/drawing/2014/main" id="{2B60F568-84AD-8C85-B658-023322C8DADC}"/>
                </a:ext>
              </a:extLst>
            </p:cNvPr>
            <p:cNvSpPr/>
            <p:nvPr/>
          </p:nvSpPr>
          <p:spPr>
            <a:xfrm>
              <a:off x="5384799" y="720436"/>
              <a:ext cx="1542473" cy="498763"/>
            </a:xfrm>
            <a:prstGeom prst="wedgeRectCallout">
              <a:avLst>
                <a:gd name="adj1" fmla="val 88748"/>
                <a:gd name="adj2" fmla="val 12500"/>
              </a:avLst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ACT 9 </a:t>
              </a:r>
              <a:r>
                <a:rPr lang="zh-CN" altLang="en-US" sz="1200" dirty="0"/>
                <a:t>仍然有时间限制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0442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19AF2F1-6B49-342C-8089-C888866D1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85" y="367160"/>
            <a:ext cx="7430537" cy="3943900"/>
          </a:xfrm>
          <a:prstGeom prst="rect">
            <a:avLst/>
          </a:prstGeom>
        </p:spPr>
      </p:pic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0D5B5693-88C4-876F-E784-633A39A11205}"/>
              </a:ext>
            </a:extLst>
          </p:cNvPr>
          <p:cNvSpPr/>
          <p:nvPr/>
        </p:nvSpPr>
        <p:spPr>
          <a:xfrm>
            <a:off x="5324763" y="794326"/>
            <a:ext cx="1542473" cy="498763"/>
          </a:xfrm>
          <a:prstGeom prst="wedgeRectCallout">
            <a:avLst>
              <a:gd name="adj1" fmla="val 88748"/>
              <a:gd name="adj2" fmla="val 12500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ACT 9 </a:t>
            </a:r>
            <a:r>
              <a:rPr lang="zh-CN" altLang="en-US" sz="1200" dirty="0"/>
              <a:t>滚动条总是</a:t>
            </a:r>
            <a:r>
              <a:rPr lang="en-US" altLang="zh-CN" sz="1200" dirty="0"/>
              <a:t>1</a:t>
            </a:r>
            <a:r>
              <a:rPr lang="zh-CN" altLang="en-US" sz="1200" dirty="0"/>
              <a:t>秒后自动回到顶端，</a:t>
            </a:r>
          </a:p>
        </p:txBody>
      </p:sp>
    </p:spTree>
    <p:extLst>
      <p:ext uri="{BB962C8B-B14F-4D97-AF65-F5344CB8AC3E}">
        <p14:creationId xmlns:p14="http://schemas.microsoft.com/office/powerpoint/2010/main" val="2871260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246</Words>
  <Application>Microsoft Office PowerPoint</Application>
  <PresentationFormat>宽屏</PresentationFormat>
  <Paragraphs>14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2026-10-26T15:08:53Z</dcterms:created>
  <dcterms:modified xsi:type="dcterms:W3CDTF">2026-10-26T16:12:44Z</dcterms:modified>
</cp:coreProperties>
</file>